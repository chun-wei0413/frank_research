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83" r:id="rId4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B2BCC7-BA44-2B2A-85DF-CDA8C59980A1}" name="喻翔 胡" initials="喻胡" userId="bce98f34b5dff7b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0" autoAdjust="0"/>
    <p:restoredTop sz="65747" autoAdjust="0"/>
  </p:normalViewPr>
  <p:slideViewPr>
    <p:cSldViewPr>
      <p:cViewPr varScale="1">
        <p:scale>
          <a:sx n="108" d="100"/>
          <a:sy n="108" d="100"/>
        </p:scale>
        <p:origin x="267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73510F1-8AE8-2943-BE76-1CC3E09917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4CFB7D-18F5-E84C-A05B-9A0B0FE5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81E759A3-0E5A-3743-85D7-197A568D4A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F9B35B-3E7C-C046-B431-B878F2FB5E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813B3F78-9AD1-7E42-BBA8-A48702909C03}" type="datetimeFigureOut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53632CAF-4F0B-834F-A6D4-B7662DC51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0C5B9BBA-B26F-AC4E-AEB9-999CA2B8A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AB9033-8F48-4C42-B89C-AAB2F45C08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4BCDAF-0B06-0B43-856C-A71F5361F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73967E60-74AC-7544-A9E1-2DF949A6356E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67E60-74AC-7544-A9E1-2DF949A6356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43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67E60-74AC-7544-A9E1-2DF949A6356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225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3968" y="1285861"/>
            <a:ext cx="10363200" cy="1470025"/>
          </a:xfrm>
        </p:spPr>
        <p:txBody>
          <a:bodyPr/>
          <a:lstStyle>
            <a:lvl1pPr algn="l"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3968" y="307181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86EB08-6256-4A4E-9021-4782D6B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54D8F-BB97-7D40-BDB2-3676B44FD685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6179E8-903E-D84C-9018-F2BBCC14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B79C2A-EC4D-F745-8427-A7526A35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A59C6-B4B9-564A-B53A-FBF02A05FB7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742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548F8C-46EE-4F4A-9409-6FEB08CD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053C5-6C4D-8948-A0B7-F6BA541D276A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3A62EA-78D6-254F-8955-BDC79FCD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47FE38-E818-A244-9BB6-E569B310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8114E-E8DD-9044-BC35-9779A826010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24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72FE18-7C6B-0144-B367-02789F67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CFA25-A1A1-6E4A-B6DB-A5D23E4209C0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8365DD-17C7-2D4C-8FE8-8FEB5E6C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2522C6-ADE6-C245-8EA8-0F38BC38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1DD0D-936E-EE40-A44C-CBC2431D081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17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DCE94036-239E-DC44-962B-3195286AB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742B-D7CF-ED4A-8E92-BB72B3477EDA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4C11FDE5-261B-E646-9E6B-1B93466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230567DF-5C55-874A-9A29-99417011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76522-9632-F54C-A224-CA4B5D73356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19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07B2D94B-5010-7D4B-92D5-88A19B75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70403-D632-DF46-9E91-7B75E81182C0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1D2C3C2D-F1CB-1947-9D57-85BDB6F6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671207E0-3A26-2D45-9077-130B7F1E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8EF28A-A00B-164C-8258-F5A62DAE54C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73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>
            <a:extLst>
              <a:ext uri="{FF2B5EF4-FFF2-40B4-BE49-F238E27FC236}">
                <a16:creationId xmlns:a16="http://schemas.microsoft.com/office/drawing/2014/main" id="{8E3937A3-9726-7C47-A636-BAFA0E18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07772-2337-D346-925D-889AC70BF3B0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B9079D60-3595-8A4D-BE79-236774F1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41939247-32AE-AB4A-8985-23446EE2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C49D30-CAF4-414B-97A1-37ED46EB9A5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59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>
            <a:extLst>
              <a:ext uri="{FF2B5EF4-FFF2-40B4-BE49-F238E27FC236}">
                <a16:creationId xmlns:a16="http://schemas.microsoft.com/office/drawing/2014/main" id="{8D9E443E-4F0B-5E43-8061-E17531D9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14998-86E4-F54C-A317-837D958D52C5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C98D269C-3BF2-CB48-9F85-E585AC86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7F83B7BE-CDCE-9646-8DD3-70B8F3B8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3EEED-CE98-6D44-B9BB-B57A2469ED3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90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A76E2415-B555-E54A-8BBB-2A8CCB32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22D31-D2F6-B442-BABD-0A4562A69D7C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EA85740B-AEF6-F54F-87B7-026EDDA6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1B5626D5-3FBA-9948-8B6C-9C75A1150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3BB35E-2B1B-A84A-83C8-8751BB98880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5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>
            <a:extLst>
              <a:ext uri="{FF2B5EF4-FFF2-40B4-BE49-F238E27FC236}">
                <a16:creationId xmlns:a16="http://schemas.microsoft.com/office/drawing/2014/main" id="{CEEE04EE-CB2B-DB4B-B5C9-F213F01F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17BD0-E9BD-D64A-9A1B-4D8D27389E80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1640405F-18F5-A244-A0A9-B26A1B28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DD3C7A4-4412-FF4D-91EB-6DF257B4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7C781-276C-5943-A06C-3E7B1580FC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09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92FEBB-25F0-B648-A81F-09987921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0D650-1C51-F34B-AD48-0FDABC6C81DE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011164-54FB-E64A-BBAE-79167F7F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B86921-318C-CE4D-8EB1-4CA5E340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5FAFE3-E558-174E-B392-8469FA5B9F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31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49D1E1-093E-4F44-9477-48896B63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ECA2B-BFE1-B84C-82C1-E6839E512827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39CAD-E49D-894C-A0A5-F93DC7E0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854EB5-8045-D240-9FF8-639FCD59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BCEF1-9BBD-3548-8601-644E174525D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46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>
            <a:extLst>
              <a:ext uri="{FF2B5EF4-FFF2-40B4-BE49-F238E27FC236}">
                <a16:creationId xmlns:a16="http://schemas.microsoft.com/office/drawing/2014/main" id="{281B8F0B-D6E6-B341-BDAE-BC91CC7A502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文字版面配置區 2">
            <a:extLst>
              <a:ext uri="{FF2B5EF4-FFF2-40B4-BE49-F238E27FC236}">
                <a16:creationId xmlns:a16="http://schemas.microsoft.com/office/drawing/2014/main" id="{DE492205-464F-A747-80E6-22310BAE99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6677B-127B-D147-AB39-5EBA8F06C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7B58209-8791-EF4E-89D4-43D500B40DDD}" type="datetime1">
              <a:rPr lang="zh-TW" altLang="en-US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112E12-33E5-5540-9AAE-30EAEDC7E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EB2081-EF2E-AA43-B886-39C3918CD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10253F"/>
                </a:solidFill>
                <a:latin typeface="Calibri" panose="020F0502020204030204" pitchFamily="34" charset="0"/>
              </a:defRPr>
            </a:lvl1pPr>
          </a:lstStyle>
          <a:p>
            <a:fld id="{9D7DFB71-712F-5248-B39F-18DB1FF16B86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ln w="1841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微軟正黑體" pitchFamily="34" charset="-120"/>
          <a:ea typeface="微軟正黑體" pitchFamily="34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10253F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10253F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10253F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10253F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10253F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7298BE-2A98-A94F-98A2-4F0602CE4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935" y="1415629"/>
            <a:ext cx="11305256" cy="1656184"/>
          </a:xfrm>
        </p:spPr>
        <p:txBody>
          <a:bodyPr/>
          <a:lstStyle/>
          <a:p>
            <a:pPr algn="ctr">
              <a:defRPr/>
            </a:pPr>
            <a:r>
              <a:rPr lang="zh-TW" altLang="en-US" sz="3200" b="1" dirty="0">
                <a:effectLst/>
              </a:rPr>
              <a:t>大型語言模型在測試驅動與規格驅動下構建領域驅動設計系統</a:t>
            </a:r>
            <a:br>
              <a:rPr lang="en-US" altLang="zh-TW" sz="3200" b="1" dirty="0">
                <a:effectLst/>
              </a:rPr>
            </a:br>
            <a:r>
              <a:rPr lang="en-US" altLang="zh-TW" sz="3200" b="1" dirty="0">
                <a:effectLst/>
              </a:rPr>
              <a:t>——</a:t>
            </a:r>
            <a:r>
              <a:rPr lang="zh-TW" altLang="en-US" sz="3200" b="1" dirty="0">
                <a:effectLst/>
              </a:rPr>
              <a:t>以 </a:t>
            </a:r>
            <a:r>
              <a:rPr lang="en-US" altLang="zh-TW" sz="3200" b="1" dirty="0" err="1">
                <a:effectLst/>
              </a:rPr>
              <a:t>ezKanban</a:t>
            </a:r>
            <a:r>
              <a:rPr lang="en-US" altLang="zh-TW" sz="3200" b="1" dirty="0">
                <a:effectLst/>
              </a:rPr>
              <a:t> </a:t>
            </a:r>
            <a:r>
              <a:rPr lang="zh-TW" altLang="en-US" sz="3200" b="1" dirty="0">
                <a:effectLst/>
              </a:rPr>
              <a:t>為例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B61164-EE9C-4B41-BC07-29061A98C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071813"/>
            <a:ext cx="6400800" cy="17526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zh-TW" altLang="en-US" dirty="0"/>
              <a:t>演講者：</a:t>
            </a:r>
            <a:r>
              <a:rPr lang="en-US" altLang="zh-TW" dirty="0"/>
              <a:t>Frank</a:t>
            </a:r>
          </a:p>
          <a:p>
            <a:pPr>
              <a:buFont typeface="Arial" charset="0"/>
              <a:buNone/>
              <a:defRPr/>
            </a:pPr>
            <a:r>
              <a:rPr lang="en-US" altLang="zh-TW" dirty="0"/>
              <a:t>2025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B8B7A0-6627-2E4D-B940-F09CEFD8AD1B}"/>
              </a:ext>
            </a:extLst>
          </p:cNvPr>
          <p:cNvSpPr/>
          <p:nvPr/>
        </p:nvSpPr>
        <p:spPr>
          <a:xfrm>
            <a:off x="2667001" y="4500564"/>
            <a:ext cx="6715125" cy="904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TW" altLang="en-US" sz="2400"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國立台北科技大學　資訊工程系</a:t>
            </a:r>
            <a:endParaRPr lang="en-US" altLang="zh-TW" sz="2400" dirty="0">
              <a:solidFill>
                <a:schemeClr val="bg1">
                  <a:lumMod val="9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zh-TW" altLang="en-US" sz="2400"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指導教授：鄭有進、謝金雲</a:t>
            </a:r>
            <a:endParaRPr lang="en-US" altLang="zh-TW" sz="2400" dirty="0">
              <a:solidFill>
                <a:schemeClr val="bg1">
                  <a:lumMod val="95000"/>
                </a:schemeClr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17DAA5-975F-AF41-A215-18112FE8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49653C5-FE47-144B-98D6-FD4A24C463D1}" type="slidenum">
              <a:rPr kumimoji="0" lang="zh-TW" altLang="en-US">
                <a:solidFill>
                  <a:srgbClr val="10253F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kumimoji="0" lang="zh-TW" altLang="en-US">
              <a:solidFill>
                <a:srgbClr val="10253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FBB558-7334-5B4A-8695-44058B9605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4365B6-F14D-4045-8E37-64E386527D75}" type="datetime1">
              <a:rPr lang="zh-TW" altLang="en-US"/>
              <a:pPr>
                <a:defRPr/>
              </a:pPr>
              <a:t>2025/11/3</a:t>
            </a:fld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C0442A9D-A316-2F45-A251-37F31F61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C99CC9D9-B252-5F42-BDBF-A4C873E8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EC445DD7-88C1-394B-A476-56FA5A102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89138"/>
            <a:ext cx="10972800" cy="3605187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altLang="zh-TW" dirty="0"/>
              <a:t>Introduction</a:t>
            </a:r>
          </a:p>
          <a:p>
            <a:pPr>
              <a:buFont typeface="Arial" charset="0"/>
              <a:buChar char="•"/>
              <a:defRPr/>
            </a:pPr>
            <a:r>
              <a:rPr lang="en-US" altLang="zh-TW" dirty="0"/>
              <a:t>Background</a:t>
            </a:r>
          </a:p>
          <a:p>
            <a:pPr>
              <a:buFont typeface="Arial" charset="0"/>
              <a:buChar char="•"/>
              <a:defRPr/>
            </a:pPr>
            <a:r>
              <a:rPr lang="en-US" altLang="zh-TW" dirty="0"/>
              <a:t>Research Methodology</a:t>
            </a:r>
          </a:p>
          <a:p>
            <a:pPr>
              <a:buFont typeface="Arial" charset="0"/>
              <a:buChar char="•"/>
              <a:defRPr/>
            </a:pPr>
            <a:r>
              <a:rPr lang="en-US" altLang="zh-TW" dirty="0"/>
              <a:t>Experimental Evaluation &amp; Analysis</a:t>
            </a:r>
          </a:p>
          <a:p>
            <a:pPr>
              <a:buFont typeface="Arial" charset="0"/>
              <a:buChar char="•"/>
              <a:defRPr/>
            </a:pPr>
            <a:r>
              <a:rPr lang="en-US" altLang="zh-TW" dirty="0"/>
              <a:t>Conclusion</a:t>
            </a:r>
          </a:p>
          <a:p>
            <a:pPr>
              <a:buFont typeface="Arial" charset="0"/>
              <a:buChar char="•"/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9428EBB-52F3-DCDA-004A-C121C19FD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Thanks for listening</a:t>
            </a:r>
            <a:endParaRPr lang="zh-TW" altLang="en-US" dirty="0"/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3EA56918-8406-F3CE-1E00-603B5EF3B9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QA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2E1E64-631A-4CB4-4C7F-5278B252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E053C5-6C4D-8948-A0B7-F6BA541D276A}" type="datetime1">
              <a:rPr lang="zh-TW" altLang="en-US" smtClean="0"/>
              <a:pPr>
                <a:defRPr/>
              </a:pPr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72B136-F273-B303-3F68-096C8255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/>
              <a:t>軟體系統實驗室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DADF54-8EE1-BE91-465C-6E328C35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8114E-E8DD-9044-BC35-9779A826010B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251244"/>
      </p:ext>
    </p:extLst>
  </p:cSld>
  <p:clrMapOvr>
    <a:masterClrMapping/>
  </p:clrMapOvr>
</p:sld>
</file>

<file path=ppt/theme/theme1.xml><?xml version="1.0" encoding="utf-8"?>
<a:theme xmlns:a="http://schemas.openxmlformats.org/drawingml/2006/main" name="blue_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1" id="{6922D46F-0F15-BD4E-912F-2E75D1E2E774}" vid="{92D0F2A3-209E-254B-B530-A3E9B9D9A73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blue_w</Template>
  <TotalTime>7284</TotalTime>
  <Words>64</Words>
  <Application>Microsoft Office PowerPoint</Application>
  <PresentationFormat>寬螢幕</PresentationFormat>
  <Paragraphs>21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Times New Roman</vt:lpstr>
      <vt:lpstr>blue_w</vt:lpstr>
      <vt:lpstr>大型語言模型在測試驅動與規格驅動下構建領域驅動設計系統 ——以 ezKanban 為例</vt:lpstr>
      <vt:lpstr>Outline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Architecture</dc:title>
  <dc:creator>李俊威</dc:creator>
  <cp:lastModifiedBy>Frank Li</cp:lastModifiedBy>
  <cp:revision>277</cp:revision>
  <dcterms:created xsi:type="dcterms:W3CDTF">2024-11-04T15:08:33Z</dcterms:created>
  <dcterms:modified xsi:type="dcterms:W3CDTF">2025-11-03T10:53:59Z</dcterms:modified>
</cp:coreProperties>
</file>